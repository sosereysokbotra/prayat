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0 is the first three minutes of gameplay, not a tutorial. Each module is an analogy a 15-year-old and a 54-year-old both get: a postcard, a bouncer, a street address. The toolbelt is the hook — the Magnifying Glass genuinely works inside The Investigation, so the learning pays off where the player feels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 — Cyber Bootcamp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minutes of training before the first scenario — framed as the start of the game, not a gate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645920"/>
            <a:ext cx="1005840" cy="10058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37460" y="1600200"/>
            <a:ext cx="365760" cy="365760"/>
          </a:xfrm>
          <a:prstGeom prst="ellipse">
            <a:avLst/>
          </a:prstGeom>
          <a:solidFill>
            <a:srgbClr val="10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374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Coffee Shop · 60 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4290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 sends your data like an open postcard. Tap SHIELD before the stranger reads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" y="4206240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242816"/>
            <a:ext cx="2752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lock. Never do banking on free Wi-Fi.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34256" y="1371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1645920"/>
            <a:ext cx="1005840" cy="1005840"/>
          </a:xfrm>
          <a:prstGeom prst="ellipse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23076" y="1600200"/>
            <a:ext cx="365760" cy="365760"/>
          </a:xfrm>
          <a:prstGeom prst="ellipse">
            <a:avLst/>
          </a:prstGeom>
          <a:solidFill>
            <a:srgbClr val="10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230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62856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Door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562856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VIP Club · 45 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626864" y="34290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bouncer. Everyone knows the password — only the real member has the 2FA code.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626864" y="4206240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18304" y="4242816"/>
            <a:ext cx="2752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2FA. Never share the code.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19872" y="1371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2" y="1645920"/>
            <a:ext cx="1005840" cy="1005840"/>
          </a:xfrm>
          <a:prstGeom prst="ellipse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108692" y="1600200"/>
            <a:ext cx="365760" cy="365760"/>
          </a:xfrm>
          <a:prstGeom prst="ellipse">
            <a:avLst/>
          </a:prstGeom>
          <a:solidFill>
            <a:srgbClr val="1020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1086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348472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348472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Sorter · 40 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412480" y="34290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addresses look almost real. Sort SAFE or TRASH before each one hits the bottom.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412480" y="4206240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503920" y="4242816"/>
            <a:ext cx="2752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before .com or .kh is the real owner.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48640" y="5285232"/>
            <a:ext cx="11091672" cy="932688"/>
          </a:xfrm>
          <a:prstGeom prst="roundRect">
            <a:avLst>
              <a:gd name="adj" fmla="val 11765"/>
            </a:avLst>
          </a:prstGeom>
          <a:solidFill>
            <a:srgbClr val="10203A"/>
          </a:solidFill>
          <a:ln w="12700">
            <a:solidFill>
              <a:srgbClr val="10203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77240" y="54315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toolbelt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module, earn a tool — not a badge</a:t>
            </a:r>
            <a:endParaRPr lang="en-US" sz="1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5468112"/>
            <a:ext cx="566928" cy="566928"/>
          </a:xfrm>
          <a:prstGeom prst="ellipse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041648" y="54681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Badge</a:t>
            </a:r>
            <a:endParaRPr lang="en-US" sz="12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468112"/>
            <a:ext cx="566928" cy="566928"/>
          </a:xfrm>
          <a:prstGeom prst="ellipse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373368" y="54681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Token</a:t>
            </a:r>
            <a:endParaRPr lang="en-US" sz="125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468112"/>
            <a:ext cx="566928" cy="566928"/>
          </a:xfrm>
          <a:prstGeom prst="ellipse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705088" y="54681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 Glass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10104120" y="548640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0168128" y="550468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Magnifier unlocks zoom inside The Investigation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382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mini-games   ·   ~4 minutes   ·   3 tools   ·   skippable, but skipping forfeits the tools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11228832" y="6382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2026-09-18T06:40:32Z</dcterms:created>
  <dcterms:modified xsi:type="dcterms:W3CDTF">2026-09-18T06:40:32Z</dcterms:modified>
</cp:coreProperties>
</file>